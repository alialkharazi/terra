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Terra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Budget-App als Stadt mit Distrikten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Kurs: Aktuelle Themen der Wirtschaftsinformatik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Ali Alkharazi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Teile der Umsetzung mit KI-Tools; Idee und Architektur selbst gesteuert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Viele Budget-Apps zeigen nur Zahlenlisten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Zusammenhang Ausgabe → Konsequenz oft unsichtbar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Unklar: Was ist frei? Was ist verplant? Was nicht ausgeben?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Lösungsidee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Budget als Stadt-Metapher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Einkommen landet zuerst im Vault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Verteilung in Distrikte / Gebäude (Essen, Miete, Freizeit, …)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Klare Aktionen statt abstrakter Tabelle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Technologie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Client: Expo, React Native, TypeScript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API: Node.js, Express, Prisma, PostgreSQL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Bank: PSD2 Open Banking → Sparkasse Saarbrücken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Ablauf: Client → API → Bank (AIS)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Lokaler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Alltagsaktionen laufen zuerst lokal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Zustand-Store = zentraler App-State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Button → Funktion → State ändert sich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Kernlogik auch offline nutzbar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Bank = Import-Kanal, nicht einzige Wahrheit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Buttons: Deposit &amp;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Deposit: Einkommen einbuchen → Vault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Technisch: logIncome (Transaction kind: income)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Move: Geld vom Vault in Distrikte / zwischen Distrikten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Technisch: moveMoney → aktualisiert allocations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Buttons: Freeze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Freeze: Betrag für Zeitraum sperren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Technisch: lockMoney → Lock mit unlockAt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Gesperrtes Geld zählt nicht als sofort verfügbar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Goals: Sparziele anlegen (goalsStore, lokal)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Goals = Zielmarken, keine Buchungen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Buttons: Ask &amp;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Ask: „Kann ich mir das leisten?“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Technisch: computeAffordability (Verdict)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Optional: Preisschätzung über API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Keine Abbuchung — nur Entscheidungshilfe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Preview: Monatsvorschau, read-only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Bank: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Ein Knopf: Sparkasse Saarbrücken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Technisch: api.connectSparkasseSaarbrucken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POST /bank/connect/sparkasse-saarbrucken (JWT)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Backend liefert URL → WebView (Consent)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Login und TAN bleiben bei der Bank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Bank: Sync &amp; Inbox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Sync: api.syncBank → POST /bank/sync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Backend holt Umsätze (PSD2 AIS) und normalisiert sie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Merge in lokalen Store; Dedupe über externalId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Inbox: uncategorized Ausgaben einem Distrikt zuordnen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Technisch: categorizeImportedTx (lokal)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Sicherheit &amp;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Keine PIN / TAN in Terra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PSD2-Consent bei der Sparkasse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Tokens serverseitig, nicht in der UI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Fertig: Stadt, Deposit, Move, Freeze, Goals, Ask, Bank-Flow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Offen: Produktiv-Credentials, Kategorienregeln, UX-Feinschliff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Code (bei Bedarf)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WorldScreen.tsx — Buttons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budgetStore.ts — logIncome, moveMoney, lockMoney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afford.ts — Affordability-Logik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api/client.ts — fetch zur Bank-API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Backend Bank-Routes — Connect, Callback, Sync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Terra macht Budgetzustände als Stadt erfahrbar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Buttons = Event-Handler auf Store oder API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Lokal: State ändern · Bank: Umsätze importieren (PSD2)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FinTech-UX + Offline-first + Open Banking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Fragen und Diskussion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